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ECE5"/>
    <a:srgbClr val="C2F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69" d="100"/>
          <a:sy n="69" d="100"/>
        </p:scale>
        <p:origin x="2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大野　莉緒" userId="d2962371-9a77-4157-8150-ecf6eef9c2ac" providerId="ADAL" clId="{91543941-566E-44D3-B4AA-02577620DA2B}"/>
    <pc:docChg chg="undo modSld">
      <pc:chgData name="大野　莉緒" userId="d2962371-9a77-4157-8150-ecf6eef9c2ac" providerId="ADAL" clId="{91543941-566E-44D3-B4AA-02577620DA2B}" dt="2026-01-14T13:21:14.274" v="582"/>
      <pc:docMkLst>
        <pc:docMk/>
      </pc:docMkLst>
      <pc:sldChg chg="addSp delSp modSp">
        <pc:chgData name="大野　莉緒" userId="d2962371-9a77-4157-8150-ecf6eef9c2ac" providerId="ADAL" clId="{91543941-566E-44D3-B4AA-02577620DA2B}" dt="2026-01-14T13:21:14.274" v="582"/>
        <pc:sldMkLst>
          <pc:docMk/>
          <pc:sldMk cId="2131484707" sldId="256"/>
        </pc:sldMkLst>
        <pc:spChg chg="add mod ord">
          <ac:chgData name="大野　莉緒" userId="d2962371-9a77-4157-8150-ecf6eef9c2ac" providerId="ADAL" clId="{91543941-566E-44D3-B4AA-02577620DA2B}" dt="2026-01-14T13:15:40.547" v="346" actId="164"/>
          <ac:spMkLst>
            <pc:docMk/>
            <pc:sldMk cId="2131484707" sldId="256"/>
            <ac:spMk id="2" creationId="{9FF9A3E7-4097-4687-A788-08509804A8C7}"/>
          </ac:spMkLst>
        </pc:spChg>
        <pc:spChg chg="add del mod">
          <ac:chgData name="大野　莉緒" userId="d2962371-9a77-4157-8150-ecf6eef9c2ac" providerId="ADAL" clId="{91543941-566E-44D3-B4AA-02577620DA2B}" dt="2026-01-14T13:21:14.274" v="582"/>
          <ac:spMkLst>
            <pc:docMk/>
            <pc:sldMk cId="2131484707" sldId="256"/>
            <ac:spMk id="4" creationId="{255713B4-C1BA-42B8-A82E-0D8147CD4898}"/>
          </ac:spMkLst>
        </pc:spChg>
        <pc:spChg chg="mod">
          <ac:chgData name="大野　莉緒" userId="d2962371-9a77-4157-8150-ecf6eef9c2ac" providerId="ADAL" clId="{91543941-566E-44D3-B4AA-02577620DA2B}" dt="2026-01-14T13:11:26.711" v="292" actId="14100"/>
          <ac:spMkLst>
            <pc:docMk/>
            <pc:sldMk cId="2131484707" sldId="256"/>
            <ac:spMk id="6" creationId="{A4186F6E-D139-4BAB-AF12-EEDF650A209A}"/>
          </ac:spMkLst>
        </pc:spChg>
        <pc:spChg chg="add mod ord">
          <ac:chgData name="大野　莉緒" userId="d2962371-9a77-4157-8150-ecf6eef9c2ac" providerId="ADAL" clId="{91543941-566E-44D3-B4AA-02577620DA2B}" dt="2026-01-14T13:17:47.541" v="366" actId="171"/>
          <ac:spMkLst>
            <pc:docMk/>
            <pc:sldMk cId="2131484707" sldId="256"/>
            <ac:spMk id="7" creationId="{9E3B2C89-DB1F-4E17-ACD3-B2D5160402AB}"/>
          </ac:spMkLst>
        </pc:spChg>
        <pc:spChg chg="mod">
          <ac:chgData name="大野　莉緒" userId="d2962371-9a77-4157-8150-ecf6eef9c2ac" providerId="ADAL" clId="{91543941-566E-44D3-B4AA-02577620DA2B}" dt="2026-01-14T13:12:03.051" v="300" actId="1076"/>
          <ac:spMkLst>
            <pc:docMk/>
            <pc:sldMk cId="2131484707" sldId="256"/>
            <ac:spMk id="9" creationId="{6EBB3C23-EF80-4CB0-966F-CBD6F3C9C1A1}"/>
          </ac:spMkLst>
        </pc:spChg>
        <pc:spChg chg="add mod">
          <ac:chgData name="大野　莉緒" userId="d2962371-9a77-4157-8150-ecf6eef9c2ac" providerId="ADAL" clId="{91543941-566E-44D3-B4AA-02577620DA2B}" dt="2026-01-14T13:18:32.431" v="403" actId="1076"/>
          <ac:spMkLst>
            <pc:docMk/>
            <pc:sldMk cId="2131484707" sldId="256"/>
            <ac:spMk id="10" creationId="{CEA481C3-36B7-49FB-8797-4AC2993D4BAF}"/>
          </ac:spMkLst>
        </pc:spChg>
        <pc:spChg chg="add mod">
          <ac:chgData name="大野　莉緒" userId="d2962371-9a77-4157-8150-ecf6eef9c2ac" providerId="ADAL" clId="{91543941-566E-44D3-B4AA-02577620DA2B}" dt="2026-01-14T13:21:13.543" v="580" actId="113"/>
          <ac:spMkLst>
            <pc:docMk/>
            <pc:sldMk cId="2131484707" sldId="256"/>
            <ac:spMk id="12" creationId="{505FF6C5-0B7D-48B7-80D1-933824655DC2}"/>
          </ac:spMkLst>
        </pc:spChg>
        <pc:spChg chg="mod">
          <ac:chgData name="大野　莉緒" userId="d2962371-9a77-4157-8150-ecf6eef9c2ac" providerId="ADAL" clId="{91543941-566E-44D3-B4AA-02577620DA2B}" dt="2026-01-14T13:15:56.104" v="348" actId="1076"/>
          <ac:spMkLst>
            <pc:docMk/>
            <pc:sldMk cId="2131484707" sldId="256"/>
            <ac:spMk id="16" creationId="{E035C351-BE12-4258-B112-8A047B8D8DBD}"/>
          </ac:spMkLst>
        </pc:spChg>
        <pc:spChg chg="mod">
          <ac:chgData name="大野　莉緒" userId="d2962371-9a77-4157-8150-ecf6eef9c2ac" providerId="ADAL" clId="{91543941-566E-44D3-B4AA-02577620DA2B}" dt="2026-01-14T13:16:04.211" v="350" actId="1076"/>
          <ac:spMkLst>
            <pc:docMk/>
            <pc:sldMk cId="2131484707" sldId="256"/>
            <ac:spMk id="20" creationId="{B1215B22-0479-4BE3-B11D-438792449C68}"/>
          </ac:spMkLst>
        </pc:spChg>
        <pc:spChg chg="mod">
          <ac:chgData name="大野　莉緒" userId="d2962371-9a77-4157-8150-ecf6eef9c2ac" providerId="ADAL" clId="{91543941-566E-44D3-B4AA-02577620DA2B}" dt="2026-01-14T13:15:40.547" v="346" actId="164"/>
          <ac:spMkLst>
            <pc:docMk/>
            <pc:sldMk cId="2131484707" sldId="256"/>
            <ac:spMk id="21" creationId="{3424987F-130C-4924-A112-0613E8E5FDEC}"/>
          </ac:spMkLst>
        </pc:spChg>
        <pc:grpChg chg="add mod">
          <ac:chgData name="大野　莉緒" userId="d2962371-9a77-4157-8150-ecf6eef9c2ac" providerId="ADAL" clId="{91543941-566E-44D3-B4AA-02577620DA2B}" dt="2026-01-14T13:16:24.385" v="354" actId="14100"/>
          <ac:grpSpMkLst>
            <pc:docMk/>
            <pc:sldMk cId="2131484707" sldId="256"/>
            <ac:grpSpMk id="3" creationId="{03D088F7-5F7B-4468-A024-67DEDA391BD6}"/>
          </ac:grpSpMkLst>
        </pc:grpChg>
        <pc:picChg chg="mod">
          <ac:chgData name="大野　莉緒" userId="d2962371-9a77-4157-8150-ecf6eef9c2ac" providerId="ADAL" clId="{91543941-566E-44D3-B4AA-02577620DA2B}" dt="2026-01-14T13:10:10.875" v="1" actId="14100"/>
          <ac:picMkLst>
            <pc:docMk/>
            <pc:sldMk cId="2131484707" sldId="256"/>
            <ac:picMk id="5" creationId="{59528EC2-5424-42B3-BC37-B6182876A3D2}"/>
          </ac:picMkLst>
        </pc:picChg>
        <pc:picChg chg="mod">
          <ac:chgData name="大野　莉緒" userId="d2962371-9a77-4157-8150-ecf6eef9c2ac" providerId="ADAL" clId="{91543941-566E-44D3-B4AA-02577620DA2B}" dt="2026-01-14T13:11:35.772" v="294" actId="14100"/>
          <ac:picMkLst>
            <pc:docMk/>
            <pc:sldMk cId="2131484707" sldId="256"/>
            <ac:picMk id="8" creationId="{77CE932B-0725-459B-ADAB-382B27F850D8}"/>
          </ac:picMkLst>
        </pc:picChg>
        <pc:picChg chg="mod">
          <ac:chgData name="大野　莉緒" userId="d2962371-9a77-4157-8150-ecf6eef9c2ac" providerId="ADAL" clId="{91543941-566E-44D3-B4AA-02577620DA2B}" dt="2026-01-14T13:15:59.709" v="349" actId="1076"/>
          <ac:picMkLst>
            <pc:docMk/>
            <pc:sldMk cId="2131484707" sldId="256"/>
            <ac:picMk id="11" creationId="{816FF4A7-D501-4939-8AE7-CC136B565F0F}"/>
          </ac:picMkLst>
        </pc:picChg>
        <pc:picChg chg="mod">
          <ac:chgData name="大野　莉緒" userId="d2962371-9a77-4157-8150-ecf6eef9c2ac" providerId="ADAL" clId="{91543941-566E-44D3-B4AA-02577620DA2B}" dt="2026-01-14T13:16:54.222" v="358" actId="1076"/>
          <ac:picMkLst>
            <pc:docMk/>
            <pc:sldMk cId="2131484707" sldId="256"/>
            <ac:picMk id="13" creationId="{33C3D160-97DB-47EB-85C9-4E8CF7E6BB70}"/>
          </ac:picMkLst>
        </pc:picChg>
        <pc:picChg chg="mod">
          <ac:chgData name="大野　莉緒" userId="d2962371-9a77-4157-8150-ecf6eef9c2ac" providerId="ADAL" clId="{91543941-566E-44D3-B4AA-02577620DA2B}" dt="2026-01-14T13:12:18.521" v="305" actId="1076"/>
          <ac:picMkLst>
            <pc:docMk/>
            <pc:sldMk cId="2131484707" sldId="256"/>
            <ac:picMk id="15" creationId="{6E806013-11F8-456E-A431-02AE809B1AA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30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342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3100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300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391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8856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66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286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2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041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11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9EC08-4839-4E9E-9926-ADDA681BC681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E3099-F8DC-4549-BEF8-4024AF2451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5059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9528EC2-5424-42B3-BC37-B6182876A3D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30815"/>
              </a:clrFrom>
              <a:clrTo>
                <a:srgbClr val="030815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4186F6E-D139-4BAB-AF12-EEDF650A209A}"/>
              </a:ext>
            </a:extLst>
          </p:cNvPr>
          <p:cNvSpPr txBox="1"/>
          <p:nvPr/>
        </p:nvSpPr>
        <p:spPr>
          <a:xfrm>
            <a:off x="0" y="0"/>
            <a:ext cx="6858000" cy="9900000"/>
          </a:xfrm>
          <a:prstGeom prst="rect">
            <a:avLst/>
          </a:prstGeom>
          <a:solidFill>
            <a:schemeClr val="tx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endParaRPr kumimoji="1" lang="ja-JP" altLang="en-US" sz="1013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7CE932B-0725-459B-ADAB-382B27F85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35" y="466942"/>
            <a:ext cx="4942296" cy="100163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EBB3C23-EF80-4CB0-966F-CBD6F3C9C1A1}"/>
              </a:ext>
            </a:extLst>
          </p:cNvPr>
          <p:cNvSpPr txBox="1"/>
          <p:nvPr/>
        </p:nvSpPr>
        <p:spPr>
          <a:xfrm>
            <a:off x="3196844" y="1468581"/>
            <a:ext cx="3705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開発：大野莉緒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r>
              <a:rPr kumimoji="1" lang="ja-JP" altLang="en-US" b="1" dirty="0">
                <a:solidFill>
                  <a:schemeClr val="bg1"/>
                </a:solidFill>
              </a:rPr>
              <a:t>開発環境：</a:t>
            </a:r>
            <a:r>
              <a:rPr kumimoji="1" lang="en-US" altLang="ja-JP" b="1" dirty="0">
                <a:solidFill>
                  <a:schemeClr val="bg1"/>
                </a:solidFill>
              </a:rPr>
              <a:t>C++</a:t>
            </a:r>
            <a:r>
              <a:rPr kumimoji="1" lang="ja-JP" altLang="en-US" b="1" dirty="0">
                <a:solidFill>
                  <a:schemeClr val="bg1"/>
                </a:solidFill>
              </a:rPr>
              <a:t>　</a:t>
            </a:r>
            <a:r>
              <a:rPr kumimoji="1" lang="en-US" altLang="ja-JP" b="1" dirty="0">
                <a:solidFill>
                  <a:schemeClr val="bg1"/>
                </a:solidFill>
              </a:rPr>
              <a:t>DirectX9</a:t>
            </a:r>
          </a:p>
          <a:p>
            <a:r>
              <a:rPr kumimoji="1" lang="ja-JP" altLang="en-US" b="1" dirty="0">
                <a:solidFill>
                  <a:schemeClr val="bg1"/>
                </a:solidFill>
              </a:rPr>
              <a:t>開発期間：</a:t>
            </a:r>
            <a:r>
              <a:rPr kumimoji="1" lang="en-US" altLang="ja-JP" b="1" dirty="0">
                <a:solidFill>
                  <a:schemeClr val="bg1"/>
                </a:solidFill>
              </a:rPr>
              <a:t>3</a:t>
            </a:r>
            <a:r>
              <a:rPr kumimoji="1" lang="ja-JP" altLang="en-US" b="1" dirty="0">
                <a:solidFill>
                  <a:schemeClr val="bg1"/>
                </a:solidFill>
              </a:rPr>
              <a:t>か月</a:t>
            </a:r>
            <a:r>
              <a:rPr kumimoji="1" lang="en-US" altLang="ja-JP" b="1" dirty="0">
                <a:solidFill>
                  <a:schemeClr val="bg1"/>
                </a:solidFill>
              </a:rPr>
              <a:t>(2025</a:t>
            </a:r>
            <a:r>
              <a:rPr kumimoji="1" lang="ja-JP" altLang="en-US" b="1" dirty="0">
                <a:solidFill>
                  <a:schemeClr val="bg1"/>
                </a:solidFill>
              </a:rPr>
              <a:t>年</a:t>
            </a:r>
            <a:r>
              <a:rPr kumimoji="1" lang="en-US" altLang="ja-JP" b="1" dirty="0">
                <a:solidFill>
                  <a:schemeClr val="bg1"/>
                </a:solidFill>
              </a:rPr>
              <a:t>6</a:t>
            </a:r>
            <a:r>
              <a:rPr kumimoji="1" lang="ja-JP" altLang="en-US" b="1" dirty="0">
                <a:solidFill>
                  <a:schemeClr val="bg1"/>
                </a:solidFill>
              </a:rPr>
              <a:t>月－</a:t>
            </a:r>
            <a:r>
              <a:rPr kumimoji="1" lang="en-US" altLang="ja-JP" b="1" dirty="0">
                <a:solidFill>
                  <a:schemeClr val="bg1"/>
                </a:solidFill>
              </a:rPr>
              <a:t>9</a:t>
            </a:r>
            <a:r>
              <a:rPr kumimoji="1" lang="ja-JP" altLang="en-US" b="1" dirty="0">
                <a:solidFill>
                  <a:schemeClr val="bg1"/>
                </a:solidFill>
              </a:rPr>
              <a:t>月</a:t>
            </a:r>
            <a:r>
              <a:rPr kumimoji="1" lang="en-US" altLang="ja-JP" b="1" dirty="0">
                <a:solidFill>
                  <a:schemeClr val="bg1"/>
                </a:solidFill>
              </a:rPr>
              <a:t>)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16FF4A7-D501-4939-8AE7-CC136B565F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783" y="4365197"/>
            <a:ext cx="2965478" cy="1559675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3C3D160-97DB-47EB-85C9-4E8CF7E6BB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87413">
            <a:off x="-132314" y="5745815"/>
            <a:ext cx="3882091" cy="193537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E806013-11F8-456E-A431-02AE809B1A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0831">
            <a:off x="-45378" y="2192463"/>
            <a:ext cx="4344917" cy="2261807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035C351-BE12-4258-B112-8A047B8D8DBD}"/>
              </a:ext>
            </a:extLst>
          </p:cNvPr>
          <p:cNvSpPr txBox="1"/>
          <p:nvPr/>
        </p:nvSpPr>
        <p:spPr>
          <a:xfrm>
            <a:off x="2943047" y="2923659"/>
            <a:ext cx="4142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spc="169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101600">
                    <a:srgbClr val="C2F6EE">
                      <a:alpha val="60000"/>
                    </a:srgbClr>
                  </a:glow>
                </a:effectLst>
              </a:rPr>
              <a:t>押し寄せる</a:t>
            </a:r>
            <a:r>
              <a:rPr kumimoji="1" lang="ja-JP" alt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01600">
                    <a:srgbClr val="C2F6EE">
                      <a:alpha val="60000"/>
                    </a:srgbClr>
                  </a:glow>
                  <a:outerShdw dist="38100" dir="2700000" algn="bl" rotWithShape="0">
                    <a:schemeClr val="accent5"/>
                  </a:outerShdw>
                  <a:reflection blurRad="6350" stA="55000" endA="300" endPos="45500" dir="5400000" sy="-100000" algn="bl" rotWithShape="0"/>
                </a:effectLst>
                <a:latin typeface="HGｺﾞｼｯｸM" panose="020B0609000000000000" pitchFamily="49" charset="-128"/>
                <a:ea typeface="HGｺﾞｼｯｸM" panose="020B0609000000000000" pitchFamily="49" charset="-128"/>
              </a:rPr>
              <a:t>波</a:t>
            </a:r>
            <a:r>
              <a:rPr kumimoji="1" lang="ja-JP" altLang="en-US" sz="3200" b="1" spc="169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101600">
                    <a:srgbClr val="C2F6EE">
                      <a:alpha val="60000"/>
                    </a:srgbClr>
                  </a:glow>
                </a:effectLst>
              </a:rPr>
              <a:t>を避け</a:t>
            </a:r>
            <a:r>
              <a:rPr kumimoji="1" lang="ja-JP" altLang="en-US" sz="3200" b="1" spc="169" dirty="0">
                <a:solidFill>
                  <a:schemeClr val="bg1"/>
                </a:solidFill>
                <a:effectLst>
                  <a:glow rad="101600">
                    <a:srgbClr val="C2F6EE">
                      <a:alpha val="60000"/>
                    </a:srgbClr>
                  </a:glow>
                </a:effectLst>
              </a:rPr>
              <a:t>、</a:t>
            </a:r>
            <a:endParaRPr kumimoji="1" lang="en-US" altLang="ja-JP" sz="3200" b="1" spc="169" dirty="0">
              <a:solidFill>
                <a:schemeClr val="bg1"/>
              </a:solidFill>
              <a:effectLst>
                <a:glow rad="101600">
                  <a:srgbClr val="C2F6EE">
                    <a:alpha val="60000"/>
                  </a:srgbClr>
                </a:glow>
              </a:effectLst>
            </a:endParaRPr>
          </a:p>
          <a:p>
            <a:r>
              <a:rPr kumimoji="1" lang="ja-JP" altLang="en-US" sz="3200" b="1" dirty="0">
                <a:ln w="9525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effectLst>
                  <a:glow rad="101600">
                    <a:srgbClr val="C2F6EE">
                      <a:alpha val="60000"/>
                    </a:srgb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  <a:reflection blurRad="6350" stA="55000" endA="300" endPos="45500" dir="5400000" sy="-100000" algn="bl" rotWithShape="0"/>
                </a:effectLst>
                <a:latin typeface="HGｺﾞｼｯｸM" panose="020B0609000000000000" pitchFamily="49" charset="-128"/>
                <a:ea typeface="HGｺﾞｼｯｸM" panose="020B0609000000000000" pitchFamily="49" charset="-128"/>
              </a:rPr>
              <a:t>音符</a:t>
            </a:r>
            <a:r>
              <a:rPr kumimoji="1" lang="ja-JP" altLang="en-US" sz="3200" b="1" spc="169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101600">
                    <a:srgbClr val="C2F6EE">
                      <a:alpha val="60000"/>
                    </a:srgbClr>
                  </a:glow>
                </a:effectLst>
              </a:rPr>
              <a:t>を集めよう</a:t>
            </a:r>
            <a:endParaRPr kumimoji="1" lang="en-US" altLang="ja-JP" sz="3200" b="1" spc="169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glow rad="101600">
                  <a:srgbClr val="C2F6EE">
                    <a:alpha val="60000"/>
                  </a:srgbClr>
                </a:glow>
              </a:effectLst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1215B22-0479-4BE3-B11D-438792449C68}"/>
              </a:ext>
            </a:extLst>
          </p:cNvPr>
          <p:cNvSpPr txBox="1"/>
          <p:nvPr/>
        </p:nvSpPr>
        <p:spPr>
          <a:xfrm>
            <a:off x="825342" y="4718284"/>
            <a:ext cx="32884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spc="169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</a:rPr>
              <a:t>時間経過で</a:t>
            </a:r>
            <a:r>
              <a:rPr kumimoji="1" lang="ja-JP" alt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  <a:outerShdw dist="38100" dir="2700000" algn="bl" rotWithShape="0">
                    <a:schemeClr val="accent5"/>
                  </a:outerShdw>
                  <a:reflection blurRad="6350" stA="55000" endA="300" endPos="45500" dir="5400000" sy="-100000" algn="bl" rotWithShape="0"/>
                </a:effectLst>
              </a:rPr>
              <a:t>波</a:t>
            </a:r>
            <a:r>
              <a:rPr kumimoji="1" lang="ja-JP" altLang="en-US" sz="3200" b="1" spc="169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</a:rPr>
              <a:t>は増えていく</a:t>
            </a:r>
            <a:r>
              <a:rPr kumimoji="1" lang="en-US" altLang="ja-JP" sz="3200" b="1" spc="169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</a:rPr>
              <a:t>…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E3B2C89-DB1F-4E17-ACD3-B2D5160402AB}"/>
              </a:ext>
            </a:extLst>
          </p:cNvPr>
          <p:cNvSpPr/>
          <p:nvPr/>
        </p:nvSpPr>
        <p:spPr>
          <a:xfrm>
            <a:off x="221673" y="8279896"/>
            <a:ext cx="6564588" cy="148528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3D088F7-5F7B-4468-A024-67DEDA391BD6}"/>
              </a:ext>
            </a:extLst>
          </p:cNvPr>
          <p:cNvGrpSpPr/>
          <p:nvPr/>
        </p:nvGrpSpPr>
        <p:grpSpPr>
          <a:xfrm>
            <a:off x="2309091" y="6400800"/>
            <a:ext cx="4776412" cy="1772611"/>
            <a:chOff x="2562755" y="7271368"/>
            <a:chExt cx="4800484" cy="1884219"/>
          </a:xfrm>
        </p:grpSpPr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9FF9A3E7-4097-4687-A788-08509804A8C7}"/>
                </a:ext>
              </a:extLst>
            </p:cNvPr>
            <p:cNvSpPr/>
            <p:nvPr/>
          </p:nvSpPr>
          <p:spPr>
            <a:xfrm rot="1007734">
              <a:off x="2562755" y="7271368"/>
              <a:ext cx="4747491" cy="188421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3424987F-130C-4924-A112-0613E8E5FDEC}"/>
                </a:ext>
              </a:extLst>
            </p:cNvPr>
            <p:cNvSpPr txBox="1"/>
            <p:nvPr/>
          </p:nvSpPr>
          <p:spPr>
            <a:xfrm rot="991395">
              <a:off x="2736180" y="7726105"/>
              <a:ext cx="462705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glow rad="139700">
                      <a:schemeClr val="accent5">
                        <a:satMod val="175000"/>
                        <a:alpha val="40000"/>
                      </a:schemeClr>
                    </a:glow>
                  </a:effectLst>
                </a:rPr>
                <a:t>90</a:t>
              </a:r>
              <a:r>
                <a:rPr kumimoji="1" lang="ja-JP" altLang="en-US" sz="32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glow rad="139700">
                      <a:schemeClr val="accent5">
                        <a:satMod val="175000"/>
                        <a:alpha val="40000"/>
                      </a:schemeClr>
                    </a:glow>
                  </a:effectLst>
                </a:rPr>
                <a:t>秒間避け続け</a:t>
              </a:r>
              <a:br>
                <a:rPr kumimoji="1" lang="en-US" altLang="ja-JP" sz="32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glow rad="139700">
                      <a:schemeClr val="accent5">
                        <a:satMod val="175000"/>
                        <a:alpha val="40000"/>
                      </a:schemeClr>
                    </a:glow>
                  </a:effectLst>
                </a:rPr>
              </a:br>
              <a:r>
                <a:rPr kumimoji="1" lang="ja-JP" altLang="en-US" sz="32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glow rad="228600">
                      <a:schemeClr val="accent4">
                        <a:satMod val="175000"/>
                        <a:alpha val="40000"/>
                      </a:schemeClr>
                    </a:glow>
                  </a:effectLst>
                </a:rPr>
                <a:t>ハイスコア</a:t>
              </a:r>
              <a:r>
                <a:rPr kumimoji="1" lang="ja-JP" altLang="en-US" sz="32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glow rad="139700">
                      <a:schemeClr val="accent5">
                        <a:satMod val="175000"/>
                        <a:alpha val="40000"/>
                      </a:schemeClr>
                    </a:glow>
                  </a:effectLst>
                </a:rPr>
                <a:t>を目指そう</a:t>
              </a:r>
              <a:r>
                <a:rPr kumimoji="1" lang="en-US" altLang="ja-JP" sz="32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glow rad="139700">
                      <a:schemeClr val="accent5">
                        <a:satMod val="175000"/>
                        <a:alpha val="40000"/>
                      </a:schemeClr>
                    </a:glow>
                  </a:effectLst>
                </a:rPr>
                <a:t>!!</a:t>
              </a:r>
              <a:endParaRPr kumimoji="1" lang="ja-JP" altLang="en-US" sz="32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EA481C3-36B7-49FB-8797-4AC2993D4BAF}"/>
              </a:ext>
            </a:extLst>
          </p:cNvPr>
          <p:cNvSpPr txBox="1"/>
          <p:nvPr/>
        </p:nvSpPr>
        <p:spPr>
          <a:xfrm>
            <a:off x="335959" y="840926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こだわりポイント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05FF6C5-0B7D-48B7-80D1-933824655DC2}"/>
              </a:ext>
            </a:extLst>
          </p:cNvPr>
          <p:cNvSpPr txBox="1"/>
          <p:nvPr/>
        </p:nvSpPr>
        <p:spPr>
          <a:xfrm>
            <a:off x="705369" y="8735116"/>
            <a:ext cx="5930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・見た目の一体感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r>
              <a:rPr kumimoji="1" lang="ja-JP" altLang="en-US" b="1" dirty="0">
                <a:solidFill>
                  <a:schemeClr val="bg1"/>
                </a:solidFill>
              </a:rPr>
              <a:t>・</a:t>
            </a:r>
            <a:r>
              <a:rPr kumimoji="1" lang="en-US" altLang="ja-JP" b="1" dirty="0">
                <a:solidFill>
                  <a:schemeClr val="bg1"/>
                </a:solidFill>
              </a:rPr>
              <a:t>BGM</a:t>
            </a:r>
            <a:r>
              <a:rPr kumimoji="1" lang="ja-JP" altLang="en-US" b="1" dirty="0">
                <a:solidFill>
                  <a:schemeClr val="bg1"/>
                </a:solidFill>
              </a:rPr>
              <a:t>と波の発生タイミングに違和感を感じないように　　調整したこと</a:t>
            </a:r>
          </a:p>
        </p:txBody>
      </p:sp>
    </p:spTree>
    <p:extLst>
      <p:ext uri="{BB962C8B-B14F-4D97-AF65-F5344CB8AC3E}">
        <p14:creationId xmlns:p14="http://schemas.microsoft.com/office/powerpoint/2010/main" val="213148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61CD4EC631C04419A78B25055566241" ma:contentTypeVersion="10" ma:contentTypeDescription="新しいドキュメントを作成します。" ma:contentTypeScope="" ma:versionID="1dc5dcd001cc64a88c77ebe19d91cd10">
  <xsd:schema xmlns:xsd="http://www.w3.org/2001/XMLSchema" xmlns:xs="http://www.w3.org/2001/XMLSchema" xmlns:p="http://schemas.microsoft.com/office/2006/metadata/properties" xmlns:ns3="f9bed73b-e658-49b5-bba4-544b5c108067" targetNamespace="http://schemas.microsoft.com/office/2006/metadata/properties" ma:root="true" ma:fieldsID="c16b7c8de979c798685e30ece2b9cea2" ns3:_="">
    <xsd:import namespace="f9bed73b-e658-49b5-bba4-544b5c10806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bed73b-e658-49b5-bba4-544b5c10806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3FB4EE6-6293-49F3-AE9D-B9877AB7A8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bed73b-e658-49b5-bba4-544b5c1080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D73B1F-305A-49ED-A083-4B367262BE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164737-0A61-4EF3-9BE3-ED50925DBCBC}">
  <ds:schemaRefs>
    <ds:schemaRef ds:uri="http://purl.org/dc/elements/1.1/"/>
    <ds:schemaRef ds:uri="f9bed73b-e658-49b5-bba4-544b5c108067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73</Words>
  <Application>Microsoft Office PowerPoint</Application>
  <PresentationFormat>A4 210 x 297 mm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HGｺﾞｼｯｸM</vt:lpstr>
      <vt:lpstr>游ゴシック</vt:lpstr>
      <vt:lpstr>游ゴシック Light</vt:lpstr>
      <vt:lpstr>Arial</vt:lpstr>
      <vt:lpstr>Calibri</vt:lpstr>
      <vt:lpstr>Calibri Light</vt:lpstr>
      <vt:lpstr>Office Theme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大野　莉緒</dc:creator>
  <cp:lastModifiedBy>大野　莉緒</cp:lastModifiedBy>
  <cp:revision>6</cp:revision>
  <dcterms:created xsi:type="dcterms:W3CDTF">2025-09-30T00:49:00Z</dcterms:created>
  <dcterms:modified xsi:type="dcterms:W3CDTF">2026-01-14T13:21:16Z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0x010100661CD4EC631C04419A78B25055566241</vt:lpwstr>
  </property>
</Properties>
</file>